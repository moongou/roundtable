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🤖 人工智能奇妙之旅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——走进AI的神奇世界</a:t>
            </a:r>
            <a:br/>
            <a:r>
              <a:t>🏫 四年级专属课程</a:t>
            </a:r>
            <a:br/>
            <a:r>
              <a:t>从大脑到电脑，再到改变世界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📍 今天的探险路线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6607" y="2011680"/>
            <a:ext cx="1920240" cy="41148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🤔</a:t>
            </a:r>
            <a:br/>
            <a:r>
              <a:t>AI是什么？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8513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41167" y="2011680"/>
            <a:ext cx="1920240" cy="4114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🧠</a:t>
            </a:r>
            <a:br/>
            <a:r>
              <a:t>AI怎么学习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7969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35727" y="2011680"/>
            <a:ext cx="1920240" cy="4114800"/>
          </a:xfrm>
          <a:prstGeom prst="roundRect">
            <a:avLst/>
          </a:prstGeom>
          <a:solidFill>
            <a:srgbClr val="F3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🔧</a:t>
            </a:r>
            <a:br/>
            <a:r>
              <a:t>AI的零件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7425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30287" y="2011680"/>
            <a:ext cx="1920240" cy="4114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🎯</a:t>
            </a:r>
            <a:br/>
            <a:r>
              <a:t>AI能做什么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6881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24847" y="2011680"/>
            <a:ext cx="1920240" cy="41148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🚀</a:t>
            </a:r>
            <a:br/>
            <a:r>
              <a:t>AI的未来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🤔 什么是人工智能？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人工智能 = 让电脑变“聪明”的技术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🎭 比喻时间：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👶 小婴儿 → 天生不会说话，需要学习，越学越聪明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💻 电  脑 → 天生不会思考，需要训练，越练越厉害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AI就像给电脑装上了一个“学习的大脑”！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🆚 普通电脑 VS 人工智能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486400" cy="5212080"/>
          </a:xfrm>
          <a:prstGeom prst="roundRect">
            <a:avLst/>
          </a:prstGeom>
          <a:solidFill>
            <a:srgbClr val="E3F2FD"/>
          </a:solidFill>
          <a:ln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2C5F8A"/>
                </a:solidFill>
              </a:defRPr>
            </a:pPr>
            <a:r>
              <a:t>🖥️ 普通电脑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比喻：听话的计算器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特点：只会按步骤做事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举例：1+1=2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灵活性：死板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老师说什么做什么 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5212080"/>
          </a:xfrm>
          <a:prstGeom prst="roundRect">
            <a:avLst/>
          </a:prstGeom>
          <a:solidFill>
            <a:srgbClr val="FCE4EC"/>
          </a:solidFill>
          <a:ln>
            <a:solidFill>
              <a:srgbClr val="F38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8E44AD"/>
                </a:solidFill>
              </a:defRPr>
            </a:pPr>
            <a:r>
              <a:t>🤖 人工智能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比喻：会学习的学生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特点：能自己总结规律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举例：看图认猫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灵活性：灵活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自己看书学习，举一反三 📚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👀 你身边的AI朋友们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你的一天和AI：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🌅 早上：手机人脸解锁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🚗 上学：导航避开堵车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📱 课间：语音助手回答问题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🎮 放学：游戏里的聪明对手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📺 晚上：推荐你爱看的动画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📷 拍照：自动美颜、识别文字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原来AI早就是我们的“隐形朋友”了！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📜 AI的成长故事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🌱 1950年：种子——“能不能让机器思考？”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🌿 1980年：发芽——简单规则：“如果...就...”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🌳 2010年：成长——深度学习，AI自己看图学习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🌸 2023年：开花——ChatGPT，AI能和人对话了！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🍎 未来：结果——无限可能！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📊 AI的“课本”——数据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比喻：AI学认猫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📷📷📷📷📷（看了10000张猫的照片）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🤖 学习找规律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🐱 认出猫！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就像你看了很多猫，下次看到新品种也能认出！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💡 数据越多，AI学得越好——就像你读的书越多，知识越丰富！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🏋️ AI的“上学”——训练过程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61007" y="2011680"/>
            <a:ext cx="2011680" cy="41148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📷 第1步</a:t>
            </a:r>
            <a:br/>
            <a:r>
              <a:t>准备课本</a:t>
            </a:r>
            <a:br/>
            <a:r>
              <a:t>收集数据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69097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47007" y="2011680"/>
            <a:ext cx="2011680" cy="4114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🤖 第2步</a:t>
            </a:r>
            <a:br/>
            <a:r>
              <a:t>上课学习</a:t>
            </a:r>
            <a:br/>
            <a:r>
              <a:t>模型训练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7697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3007" y="2011680"/>
            <a:ext cx="2011680" cy="4114800"/>
          </a:xfrm>
          <a:prstGeom prst="roundRect">
            <a:avLst/>
          </a:prstGeom>
          <a:solidFill>
            <a:srgbClr val="F3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📝 第3步</a:t>
            </a:r>
            <a:br/>
            <a:r>
              <a:t>考试检验</a:t>
            </a:r>
            <a:br/>
            <a:r>
              <a:t>测试准确率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26297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19007" y="2011680"/>
            <a:ext cx="2011680" cy="4114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✏️ 第4步</a:t>
            </a:r>
            <a:br/>
            <a:r>
              <a:t>错题改正</a:t>
            </a:r>
            <a:br/>
            <a:r>
              <a:t>调整优化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📚 AI的三种学习方法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🏫 有老师教（监督学习）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比喻：老师告诉你“这是猫”“这是狗”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🔍 自己探索（无监督学习）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比喻：自己整理书架，把相似的放一起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🎮 试错学习（强化学习）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比喻：打游戏升级，做对加分⭐，做错扣分💔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🧠 神经网络——AI的“大脑”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像人脑里的神经元连接！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输入层（眼睛看到）→ 隐藏层（大脑思考）→ 输出层（做出判断）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⚪→⚪→⚪  像素点 → 找特征 → 给答案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⚪→⚪→⚪  颜色信息 → 耳朵?尾巴? → 猫还是狗?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就像你的大脑里有无数个小“开关”，连在一起帮你思考！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🏗️ 深度学习——AI大脑的“多层楼房”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486400" cy="5212080"/>
          </a:xfrm>
          <a:prstGeom prst="roundRect">
            <a:avLst/>
          </a:prstGeom>
          <a:solidFill>
            <a:srgbClr val="E3F2FD"/>
          </a:solidFill>
          <a:ln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2C5F8A"/>
                </a:solidFill>
              </a:defRPr>
            </a:pPr>
            <a:r>
              <a:t>浅层网络（平房）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⚪─⚪─⚪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只能认简单的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“能分清圆和方”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像站在平房上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只能看到家门口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5212080"/>
          </a:xfrm>
          <a:prstGeom prst="roundRect">
            <a:avLst/>
          </a:prstGeom>
          <a:solidFill>
            <a:srgbClr val="FCE4EC"/>
          </a:solidFill>
          <a:ln>
            <a:solidFill>
              <a:srgbClr val="F38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8E44AD"/>
                </a:solidFill>
              </a:defRPr>
            </a:pPr>
            <a:r>
              <a:t>深层网络（高楼）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⚪─⚪─⚪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⚪─⚪─⚪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⚪─⚪─⚪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⚪─⚪─⚪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能认复杂的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“能分清猫和豹”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像站在高楼上看全城！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💬 自然语言处理——AI学说话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比喻：AI的“语文课”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你说：“今天天气真好！”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🤖 AI思考：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• “今天” → 时间 ⏰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• “天气” → 主题 🌤️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• “真好” → 情感=开心 😊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AI回答：“是呀！适合出去玩哦！”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AI学语文比我们难多了——它要从零开始理解每个字！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👁️ 计算机视觉——AI学“看东西”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661007" y="2011680"/>
            <a:ext cx="2011680" cy="41148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📷 第1步</a:t>
            </a:r>
            <a:br/>
            <a:r>
              <a:t>看像素点</a:t>
            </a:r>
            <a:br/>
            <a:r>
              <a:t>彩色小方块</a:t>
            </a:r>
          </a:p>
        </p:txBody>
      </p:sp>
      <p:sp>
        <p:nvSpPr>
          <p:cNvPr id="4" name="Right Arrow 3"/>
          <p:cNvSpPr/>
          <p:nvPr/>
        </p:nvSpPr>
        <p:spPr>
          <a:xfrm>
            <a:off x="369097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947007" y="2011680"/>
            <a:ext cx="2011680" cy="4114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📐 第2步</a:t>
            </a:r>
            <a:br/>
            <a:r>
              <a:t>找边缘</a:t>
            </a:r>
            <a:br/>
            <a:r>
              <a:t>轮廓在哪</a:t>
            </a:r>
          </a:p>
        </p:txBody>
      </p:sp>
      <p:sp>
        <p:nvSpPr>
          <p:cNvPr id="6" name="Right Arrow 5"/>
          <p:cNvSpPr/>
          <p:nvPr/>
        </p:nvSpPr>
        <p:spPr>
          <a:xfrm>
            <a:off x="597697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6233007" y="2011680"/>
            <a:ext cx="2011680" cy="4114800"/>
          </a:xfrm>
          <a:prstGeom prst="roundRect">
            <a:avLst/>
          </a:prstGeom>
          <a:solidFill>
            <a:srgbClr val="F3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🔷 第3步</a:t>
            </a:r>
            <a:br/>
            <a:r>
              <a:t>识别形状</a:t>
            </a:r>
            <a:br/>
            <a:r>
              <a:t>圆头三角耳</a:t>
            </a:r>
          </a:p>
        </p:txBody>
      </p:sp>
      <p:sp>
        <p:nvSpPr>
          <p:cNvPr id="8" name="Right Arrow 7"/>
          <p:cNvSpPr/>
          <p:nvPr/>
        </p:nvSpPr>
        <p:spPr>
          <a:xfrm>
            <a:off x="826297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519007" y="2011680"/>
            <a:ext cx="2011680" cy="4114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🐱 第4步</a:t>
            </a:r>
            <a:br/>
            <a:r>
              <a:t>得出结论</a:t>
            </a:r>
            <a:br/>
            <a:r>
              <a:t>这是猫！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🎤 语音识别——AI学“听话”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比喻：AI的“听力课”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🗣️ 你说话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🌊 声波（像水波纹）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📊 转成数字信号（波形图）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🔤 识别成文字：“你好，小朋友！”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就像把一首歌的旋律翻译成歌词——AI听声音写字！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🔊 语音合成——AI学“说话”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比喻：AI的“朗读课”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📝 文字：“同学们好！”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🤖 AI分析：语气友好、节奏正常、音调温和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↓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🔊 输出语音（像真人一样说话）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🎭 还能换不同的“嗓子”（音色）：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👨‍🏫 老师的声音 | 👧 小女孩的声音 | 👴 爷爷的声音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🎯 RoundTable的语音系统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6607" y="2011680"/>
            <a:ext cx="1920240" cy="41148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👧 小朋友</a:t>
            </a:r>
            <a:br/>
            <a:r>
              <a:t>按住说话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8513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41167" y="2011680"/>
            <a:ext cx="1920240" cy="4114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🎤 语音识别</a:t>
            </a:r>
            <a:br/>
            <a:r>
              <a:t>ASR</a:t>
            </a:r>
            <a:br/>
            <a:r>
              <a:t>声音→文字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7969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35727" y="2011680"/>
            <a:ext cx="1920240" cy="4114800"/>
          </a:xfrm>
          <a:prstGeom prst="roundRect">
            <a:avLst/>
          </a:prstGeom>
          <a:solidFill>
            <a:srgbClr val="F3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🧠 AI大脑</a:t>
            </a:r>
            <a:br/>
            <a:r>
              <a:t>思考</a:t>
            </a:r>
            <a:br/>
            <a:r>
              <a:t>生成回答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7425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30287" y="2011680"/>
            <a:ext cx="1920240" cy="4114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🔊 语音合成</a:t>
            </a:r>
            <a:br/>
            <a:r>
              <a:t>TTS</a:t>
            </a:r>
            <a:br/>
            <a:r>
              <a:t>文字→声音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6881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24847" y="2011680"/>
            <a:ext cx="1920240" cy="41148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👂 小朋友</a:t>
            </a:r>
            <a:br/>
            <a:r>
              <a:t>听到回答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3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📖 大语言模型——AI的“超级学霸”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比喻：读过整个图书馆所有书的天才！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📚📚📚 AI读了互联网上几乎所有的文章和书籍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你问它任何问题，它都能像博学的人一样回答：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“为什么天是蓝色的？” → 详细解释 ✅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“帮我写一首诗” → 优美的诗 ✅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“这道数学题怎么解？” → 详细步骤 ✅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ChatGPT、文心一言、通义千问都是大语言模型！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💭 AI怎么和你对话？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比喻：超级“词语接龙”游戏！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你说：“今天天气”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AI想：“下一个词最可能是什么？”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候选词概率：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“真好” ████████ 80%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“不错” ███      15%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“很冷” █        5%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AI选概率最高的，然后继续猜下一个词...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最终：“今天天气真好，适合户外活动！”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🦸 AI Agent——AI的“小助手团队”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比喻：一群各有特长的小精灵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📋 任务分配：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👨‍🏫 主持人Agent → 负责引导话题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👧 学生Agent → 负责回答和讨论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📝 记录Agent → 负责记笔记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⭐ 评分Agent → 负责总结点评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它们组成一个“团队”，各司其职！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🎪 RoundTable的AI角色团队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RoundTable 圆桌讨论 AI 角色：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👨‍🏫 李老师 (Host) ← 主持人Agent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负责：开场、引导、维持秩序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👧 小明  👦 小红  🧒 小华 ← 学生Agents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负责：发表观点、互相讨论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🏛️ 思想家Agent（孔子、爱因斯坦...）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负责：提供名言和深度思考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👤 真人小朋友也能加入讨论！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🔄 一次圆桌讨论是怎么进行的？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6607" y="2011680"/>
            <a:ext cx="1920240" cy="41148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👨‍🏫 开场</a:t>
            </a:r>
            <a:br/>
            <a:r>
              <a:t>李老师</a:t>
            </a:r>
            <a:br/>
            <a:r>
              <a:t>介绍话题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68513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941167" y="2011680"/>
            <a:ext cx="1920240" cy="4114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🗣️ AI发言</a:t>
            </a:r>
            <a:br/>
            <a:r>
              <a:t>学生轮流</a:t>
            </a:r>
            <a:br/>
            <a:r>
              <a:t>发表观点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87969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135727" y="2011680"/>
            <a:ext cx="1920240" cy="4114800"/>
          </a:xfrm>
          <a:prstGeom prst="roundRect">
            <a:avLst/>
          </a:prstGeom>
          <a:solidFill>
            <a:srgbClr val="F3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👤 真人</a:t>
            </a:r>
            <a:br/>
            <a:r>
              <a:t>小朋友</a:t>
            </a:r>
            <a:br/>
            <a:r>
              <a:t>按住说话</a:t>
            </a:r>
          </a:p>
        </p:txBody>
      </p:sp>
      <p:sp>
        <p:nvSpPr>
          <p:cNvPr id="8" name="Right Arrow 7"/>
          <p:cNvSpPr/>
          <p:nvPr/>
        </p:nvSpPr>
        <p:spPr>
          <a:xfrm>
            <a:off x="707425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7330287" y="2011680"/>
            <a:ext cx="1920240" cy="4114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🤖 AI讨论</a:t>
            </a:r>
            <a:br/>
            <a:r>
              <a:t>根据内容</a:t>
            </a:r>
            <a:br/>
            <a:r>
              <a:t>继续对话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926881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524847" y="2011680"/>
            <a:ext cx="1920240" cy="41148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📝 总结</a:t>
            </a:r>
            <a:br/>
            <a:r>
              <a:t>生成金句</a:t>
            </a:r>
            <a:br/>
            <a:r>
              <a:t>会后点评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🗣️ Prompt——给AI下“指令”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比喻：像许愿灯一样，说清楚你的愿望！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❌ 模糊的指令：“画个东西” → AI不知道画什么 😵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✅ 清楚的指令：“画一只橘色的猫，坐在窗台上，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窗外是下雨天” → AI画得很好 🎨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Prompt的秘诀：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🎯 说清楚要什么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📏 给出具体要求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🎭 告诉AI扮演什么角色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📝 给出示例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📋 RoundTable怎么给AI下指令？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给“李老师”Agent的Prompt（简化版）：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┌────────────────────────────────┐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│ “你是一位温和幽默的讨论主持老师，  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│  名叫李老师。你的任务是：         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│  1. 用简单的语言引导小朋友讨论    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│  2. 鼓励每个人发言               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│  3. 在合适时引用名言             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│  4. 最后做总结和点评”            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└────────────────────────────────┘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不同角色有不同Prompt，这就是AI“知道自己该做什么”的秘密！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🧠 AI的“记忆力”——上下文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比喻：AI的小纸条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对话过程中，AI会把说过的话都记住：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📝 AI的小纸条（上下文窗口）：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   第1句：小明说“我觉得...”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   第2句：小红说“但是...”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   第3句：你说“我同意...”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   第4句：AI要根据上面回答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⚠️ 但是！纸条有长度限制！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太早以前的对话可能会“忘记”。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这就是为什么有时候AI会“健忘”。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🎨 AI画画——图像生成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比喻：一个读了千万张画的画家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你说：“画一只戴帽子的小猫在月球上跳舞”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🤖 AI的脑内画室：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1️⃣ 理解文字描述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2️⃣ 回忆见过的猫、帽子、月球、跳舞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3️⃣ 把它们组合在一起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4️⃣ 一点一点画出来（从模糊到清晰）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📷 从噪点 → 慢慢变清楚 → 完成！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代表工具：DALL-E、Midjourney、Stable Diffusion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✍️ AI写作——文字创作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AI能写什么？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📝 作文：“帮我写一篇关于春天的作文”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📖 故事：“编一个关于小恐龙的冒险故事”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🎵 歌词：“写一首关于友情的歌”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📧 邮件：“帮我给老师写一封请假条”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💻 代码：“写一个简单的计算器程序”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📋 总结：“帮我总结这篇文章的重点”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⚠️ 注意：AI写的东西需要人来检查！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它有时候会“一本正经地胡说八道” 😅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这个现象叫“幻觉”（Hallucination）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🌍 AI翻译——语言桥梁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比喻：万能翻译官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🇨🇳 “你好” → 🤖 AI翻译 → 🇺🇸 “Hello”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🇯🇵 “こんにちは” → 🤖 AI翻译 → 🇫🇷 “Bonjour”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AI翻译的进步：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以前 😢：逐字翻译，不通顺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“我 爱 吃 苹果” → “I love eat apple”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现在 😊：理解意思，像人说话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“我爱吃苹果” → “I love eating apples”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🏥 AI医生助手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AI帮助医生更快更准确：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🔬 AI看X光片 → 更快发现病变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AI能做的：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✅ 帮医生更快发现病变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✅ 分析大量医学数据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✅ 辅助诊断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AI不能替代的：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❌ 做手术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❌ 最终诊断决定（还是需要医生）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❌ 安慰病人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🚗 AI司机——自动驾驶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比喻：一个眼观六路的超级司机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自动驾驶汽车的“感官”：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📷 摄像头（眼睛）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📡 雷达（触觉）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🗺️ GPS（方向感）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AI司机的工作：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1️⃣ 看路况（识别行人、车辆、红绿灯）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2️⃣ 做判断（该加速还是刹车？）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3️⃣ 控制车辆（转向、速度）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4️⃣ 预测危险（前方可能有人横穿）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🎯 目标：比人类司机更安全！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📚 AI老师助手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AI让学习更有趣、更个性化：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📊 找薄弱点：“你的分数弱在应用题”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📝 出题练习：“根据你的水平出题”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🗣️ 语言练习：“和AI练英语对话”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💡 答疑解惑：“这道题这样解...”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🌟 RoundTable就是AI教育的例子！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让小朋友通过讨论来学习思考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🎮 AI玩游戏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AI既是你的对手，也是你的伙伴：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🏆 AI在游戏中的角色：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1. 🎯 智能NPC——会根据你的行为做出不同反应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2. 🧩 难度调节——你太强AI变难，你太弱AI变简单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3. 🌍 自动生成游戏世界——AI创造无限关卡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著名案例：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♟️ AlphaGo → 打败围棋世界冠军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🎮 AI打游戏 → 超越职业玩家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🎵 AI与艺术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AI也能当“艺术家”？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🎨 AI绘画：输入文字描述 → 输出精美图画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🎵 AI作曲：选择风格 → AI创作旋律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🎬 AI视频：写个剧本 → AI生成视频片段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💃 AI舞蹈：给出音乐 → AI编排舞步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🤔 思考题：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AI创作的画算“艺术”吗？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AI是真的有“灵感”还是只是在模仿？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🌟 AI的“五感”超能力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486400" cy="5212080"/>
          </a:xfrm>
          <a:prstGeom prst="roundRect">
            <a:avLst/>
          </a:prstGeom>
          <a:solidFill>
            <a:srgbClr val="E3F2FD"/>
          </a:solidFill>
          <a:ln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2C5F8A"/>
                </a:solidFill>
              </a:defRPr>
            </a:pPr>
            <a:r>
              <a:t>人类感官 → AI能力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👁️ 眼睛（看）→ 计算机视觉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👂 耳朵（听）→ 语音识别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🗣️ 嘴巴（说）→ 语音合成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✋ 手  （写）→ 文本生成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🧠 大脑（想）→ 推理与决策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5212080"/>
          </a:xfrm>
          <a:prstGeom prst="roundRect">
            <a:avLst/>
          </a:prstGeom>
          <a:solidFill>
            <a:srgbClr val="FCE4EC"/>
          </a:solidFill>
          <a:ln>
            <a:solidFill>
              <a:srgbClr val="F38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8E44AD"/>
                </a:solidFill>
              </a:defRPr>
            </a:pPr>
            <a:r>
              <a:t>AI还缺少的：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❌ 真正的情感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❌ 创造力（只能模仿学过的）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❌ 常识（有时犯低级错误）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❌ 身体感觉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AI很强但不完美！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⚠️ AI也有“短板”——AI是“偏科生”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486400" cy="5212080"/>
          </a:xfrm>
          <a:prstGeom prst="roundRect">
            <a:avLst/>
          </a:prstGeom>
          <a:solidFill>
            <a:srgbClr val="E3F2FD"/>
          </a:solidFill>
          <a:ln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2C5F8A"/>
                </a:solidFill>
              </a:defRPr>
            </a:pPr>
            <a:r>
              <a:t>✅ AI很厉害的地方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处理海量数据（比人快亿倍）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不知疲倦（24小时工作）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记忆力强（存很多信息）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计算精确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5212080"/>
          </a:xfrm>
          <a:prstGeom prst="roundRect">
            <a:avLst/>
          </a:prstGeom>
          <a:solidFill>
            <a:srgbClr val="FCE4EC"/>
          </a:solidFill>
          <a:ln>
            <a:solidFill>
              <a:srgbClr val="F38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8E44AD"/>
                </a:solidFill>
              </a:defRPr>
            </a:pPr>
            <a:r>
              <a:t>❌ AI很弱的地方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不理解“为什么”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容易被骗（对抗样本）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缺乏常识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没有情感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可能有偏见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🎯 AI是工具，不能完全替代人！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🛡️ AI的“安全规则”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比喻：给AI装上“安全带”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🚦 AI的交通规则：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1️⃣ 隐私保护 🔒 —— 不能偷看别人的秘密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2️⃣ 公平公正 ⚖️ —— 不能歧视任何人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3️⃣ 透明可解释 🔍 —— 要说清楚为什么这样决定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4️⃣ 人类监督 👨‍👩‍👧‍👦 —— 重要决定还是由人来做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5️⃣ 不能伤害人 ❤️ —— AI的首要规则就是安全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🏗️ RoundTable是怎么搭建的？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像搭积木一样拼AI系统：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┌─────────────────────────────────┐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│ 🖥️ 前端（Flutter）—— 你看到的界面 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│    圆桌画面、按钮、字幕、动画     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└────────────┬────────────────────┘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         │ WebSocket（实时通信）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┌────────────┴────────────────────┐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│ ⚙️ 后端（FastAPI）—— AI大脑      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│  [AI Agent] [语音系统] [数据存储] │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└─────────────────────────────────┘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前端=餐桌菜单 | 后端=厨房 | WebSocket=传菜服务员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📡 实时通信——AI怎么“即时”回复你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486400" cy="5212080"/>
          </a:xfrm>
          <a:prstGeom prst="roundRect">
            <a:avLst/>
          </a:prstGeom>
          <a:solidFill>
            <a:srgbClr val="E3F2FD"/>
          </a:solidFill>
          <a:ln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2C5F8A"/>
                </a:solidFill>
              </a:defRPr>
            </a:pPr>
            <a:r>
              <a:t>📨 HTTP = 发短信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你问一句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等AI回一句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然后结束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每次要重新连接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5212080"/>
          </a:xfrm>
          <a:prstGeom prst="roundRect">
            <a:avLst/>
          </a:prstGeom>
          <a:solidFill>
            <a:srgbClr val="FCE4EC"/>
          </a:solidFill>
          <a:ln>
            <a:solidFill>
              <a:srgbClr val="F38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8E44AD"/>
                </a:solidFill>
              </a:defRPr>
            </a:pPr>
            <a:r>
              <a:t>📞 WebSocket = 打电话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一直连着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随时说随时听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不用等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RoundTable为什么用这个？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💬 对话要实时更新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🔊 声音要即时播放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📝 字幕要实时显示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🤝 多个AI一起工作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46607" y="2011680"/>
            <a:ext cx="1554480" cy="4114800"/>
          </a:xfrm>
          <a:prstGeom prst="round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📋 话题</a:t>
            </a:r>
            <a:br/>
            <a:r>
              <a:t>下达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31937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575407" y="2011680"/>
            <a:ext cx="1554480" cy="4114800"/>
          </a:xfrm>
          <a:prstGeom prst="round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👨‍🏫 主持</a:t>
            </a:r>
            <a:br/>
            <a:r>
              <a:t>决定谁先说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4817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404207" y="2011680"/>
            <a:ext cx="1554480" cy="4114800"/>
          </a:xfrm>
          <a:prstGeom prst="roundRect">
            <a:avLst/>
          </a:prstGeom>
          <a:solidFill>
            <a:srgbClr val="F3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👧 Agent A</a:t>
            </a:r>
            <a:br/>
            <a:r>
              <a:t>发言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7697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33007" y="2011680"/>
            <a:ext cx="1554480" cy="4114800"/>
          </a:xfrm>
          <a:prstGeom prst="round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👦 Agent B</a:t>
            </a:r>
            <a:br/>
            <a:r>
              <a:t>根据A继续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0577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061807" y="2011680"/>
            <a:ext cx="1554480" cy="4114800"/>
          </a:xfrm>
          <a:prstGeom prst="roundRect">
            <a:avLst/>
          </a:prstGeom>
          <a:solidFill>
            <a:srgbClr val="2C5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👤 真人</a:t>
            </a:r>
            <a:br/>
            <a:r>
              <a:t>发言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634575" y="3657600"/>
            <a:ext cx="237744" cy="457200"/>
          </a:xfrm>
          <a:prstGeom prst="rightArrow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890607" y="2011680"/>
            <a:ext cx="1554480" cy="4114800"/>
          </a:xfrm>
          <a:prstGeom prst="round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90500" lIns="76200" rIns="76200"/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👨‍🏫 总结</a:t>
            </a:r>
            <a:br/>
            <a:r>
              <a:t>引导下一轮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📊 数据——AI的“食物”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比喻：没有好食材就做不出好菜！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✅ 好数据（像新鲜食材）：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• 数量多 📦📦📦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• 质量高（准确、干净）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• 种类丰富（各种情况都有）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❌ 坏数据（像过期食材）：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• 错误的标签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• 偏差的样本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• 重复太多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👤 人学认猫：看几十只就会了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🤖 AI学认猫：需要看几万张！但学会后比人快1000倍！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⚡ GPU——AI的“超级引擎”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486400" cy="5212080"/>
          </a:xfrm>
          <a:prstGeom prst="roundRect">
            <a:avLst/>
          </a:prstGeom>
          <a:solidFill>
            <a:srgbClr val="E3F2FD"/>
          </a:solidFill>
          <a:ln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2C5F8A"/>
                </a:solidFill>
              </a:defRPr>
            </a:pPr>
            <a:r>
              <a:t>🧑‍🔬 CPU（普通处理器）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= 一个超级聪明的人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一次只能做一件事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但做得很精确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┌─┐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│算│ 1次1个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└─┘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5212080"/>
          </a:xfrm>
          <a:prstGeom prst="roundRect">
            <a:avLst/>
          </a:prstGeom>
          <a:solidFill>
            <a:srgbClr val="FCE4EC"/>
          </a:solidFill>
          <a:ln>
            <a:solidFill>
              <a:srgbClr val="F38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8E44AD"/>
                </a:solidFill>
              </a:defRPr>
            </a:pPr>
            <a:r>
              <a:t>👥 GPU（图形处理器）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= 一万个普通人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同时做一万件简单的事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速度超快！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┌─┬─┬─┬─┬─┐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│算│算│算│算│算│ 1次很多个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└─┴─┴─┴─┴─┘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3A7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☁️ 云计算——AI的“超级大脑”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比喻：不用买电脑，借别人的超级电脑用！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🏠 你的电脑（本地）：像一个小书房，放得下的书有限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☁️ 云计算（远程服务器）：像一个超大图书馆，什么书都有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RoundTable怎么用云？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📱 你的设备 ──🌐网络──→ ☁️ 云服务器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（前端界面）              （AI在这里算）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好处：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✅ 不需要超贵的电脑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✅ 随时随地可以用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✅ AI的“大脑”可以很大很强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📈 AI现在发展到哪了？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2024-2025年的AI成就：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💬 对话AI：能流畅对话、写文章、编程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（ChatGPT、文心一言、通义千问）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🎨 画画AI：输入文字就能画出精美图画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（Midjourney、DALL-E、Stable Diffusion）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🎬 视频AI：能生成短视频（Sora、可灵）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🔬 科学AI：帮助发现新药物（AlphaFold）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🤖 机器人：AI+机器人，能做家务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⚡ 发展速度：每隔几个月就有新突破！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🇨🇳 中国的AI力量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🏆 中国AI的骄傲：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💬 大语言模型：文心一言、通义千问、讯飞星火、智谱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🚗 自动驾驶：百度Apollo、小鹏、华为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👤 人脸识别：中国在这方面世界领先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🏭 智能制造：无人工厂、智能物流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📱 AI应用：抖音推荐、拼多多智能客服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🎯 目标：到2030年成为AI世界领先国家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🚀 未来：通用人工智能（AGI）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365760" y="1280160"/>
            <a:ext cx="5486400" cy="5212080"/>
          </a:xfrm>
          <a:prstGeom prst="roundRect">
            <a:avLst/>
          </a:prstGeom>
          <a:solidFill>
            <a:srgbClr val="E3F2FD"/>
          </a:solidFill>
          <a:ln>
            <a:solidFill>
              <a:srgbClr val="3A7BD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2C5F8A"/>
                </a:solidFill>
              </a:defRPr>
            </a:pPr>
            <a:r>
              <a:t>🎯 现在的AI = “专才”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每个AI只擅长一件事：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下棋AI只会下棋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画画AI只会画画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比喻：各科的单科冠军 🥇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217920" y="1280160"/>
            <a:ext cx="5486400" cy="5212080"/>
          </a:xfrm>
          <a:prstGeom prst="roundRect">
            <a:avLst/>
          </a:prstGeom>
          <a:solidFill>
            <a:srgbClr val="FCE4EC"/>
          </a:solidFill>
          <a:ln>
            <a:solidFill>
              <a:srgbClr val="F38B2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127000" lIns="152400"/>
          <a:lstStyle/>
          <a:p>
            <a:pPr algn="ctr">
              <a:defRPr sz="2200" b="1">
                <a:solidFill>
                  <a:srgbClr val="8E44AD"/>
                </a:solidFill>
              </a:defRPr>
            </a:pPr>
            <a:r>
              <a:t>🌟 未来的AGI = “全才”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一个AI什么都会：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能思考、能创造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能学任何东西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比喻：全能选手 🏅</a:t>
            </a: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Aft>
                <a:spcPts val="300"/>
              </a:spcAft>
              <a:defRPr sz="1600">
                <a:solidFill>
                  <a:srgbClr val="2C3E50"/>
                </a:solidFill>
              </a:defRPr>
            </a:pPr>
            <a:r>
              <a:t>⏰ 预计：可能还需要10-30年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8E44A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🔮 未来AI能做什么？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🏥 AI医生——在家就能看病，AI帮你检查身体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👨‍🏫 AI私人老师——每个孩子都有专属AI老师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🏠 AI智能家居——房子自动调温度、做早餐、打扫卫生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🚀 AI探索太空——AI机器人去火星替人类建基地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🧬 AI攻克疾病——帮助研发治疗癌症的新药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🎮 AI游戏世界——完全沉浸式的虚拟世界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⭐ 想象力有多大，可能性就有多大！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🤝 我们和AI是什么关系？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🛠️ AI = 超级工具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就像：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✏️ 铅笔帮你写字（但想法是你的）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🔭 望远镜帮你看远（但好奇心是你的）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🧮 计算器帮你算数（但思考是你的）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AI帮你做事（但创意和决定是你的）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未来最厉害的人：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不是AI，也不是不用AI的人，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而是——善于使用AI的人！ 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👧 + 🤖 = 超级力量！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F38B2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📖 小朋友怎么开始学AI？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🌟 现在就能做的事：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1️⃣ 学好数学（AI的基础是数学）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加减乘除 → 方程 → 概率 → AI！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2️⃣ 学编程（和AI说话的语言）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Scratch → Python → AI编程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3️⃣ 保持好奇心（最重要！）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多问“为什么？”“如果...会怎样？”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4️⃣ 多尝试AI工具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和AI对话、让AI画画、用AI学习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5️⃣ 培养创造力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AI做不到的，恰恰是人最珍贵的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🎯 记住：你们是和AI一起长大的一代！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🎯 AI小测验！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快来检验一下今天学到了什么！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❓ Q1：AI的“课本”是什么？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A. 教科书  B. 数据  C. 电线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❓ Q2：AI学习认猫需要什么？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A. 一只真猫  B. 很多猫的照片  C. 画笔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❓ Q3：现在的AI属于哪种？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A. 专才  B. 全才  C. 天才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❓ Q4：和AI说话的技巧叫什么？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A. 魔法咒语  B. Prompt  C. 密码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❓ Q5：RoundTable里的李老师是？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A. 真人老师  B. AI Agent  C. 机器人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💭 答案与思考讨论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✅ 答案：B, B, A, B, B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🤔 想一想，和同学讨论：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1. 如果你有一个AI助手，你最想让它帮你做什么？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2. 你觉得AI会不会有一天真的能“思考”和“感受”？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3. 有什么事情是AI永远做不到，只有人类才能做的？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4. 如果让你设计一个AI产品，你会做什么？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💡 没有标准答案，每个想法都值得被尊重！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0584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101600" lIns="254000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🌈 今天的旅程结束了！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51560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🎉 恭喜你完成AI探险！ 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今天你学到了：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✅ AI是什么——让电脑学会学习的技术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✅ AI怎么学——通过数据训练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✅ AI的组成——神经网络、语言模型等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✅ AI能做什么——看、听、说、想、创造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    ✅ AI的未来——充满无限可能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🌟 记住：AI是你最好的学习伙伴，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而你的想象力和善良，是AI永远学不会的超能力！</a:t>
            </a: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</a:p>
          <a:p>
            <a:pPr>
              <a:spcAft>
                <a:spcPts val="400"/>
              </a:spcAft>
              <a:defRPr sz="1800">
                <a:solidFill>
                  <a:srgbClr val="2C3E50"/>
                </a:solidFill>
              </a:defRPr>
            </a:pPr>
            <a:r>
              <a:t>🚀 未来属于你们！ 🚀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82880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🙏 谢谢大家！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3840480"/>
            <a:ext cx="9144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BBDEFB"/>
                </a:solidFill>
              </a:defRPr>
            </a:pPr>
            <a:r>
              <a:t>✨ 感谢聆听 ✨</a:t>
            </a:r>
            <a:br/>
            <a:br/>
            <a:r>
              <a:t>有问题随时提问哦！</a:t>
            </a:r>
            <a:br/>
            <a:br/>
            <a:r>
              <a:t>🤖 + 👧👦 = 美好未来</a:t>
            </a:r>
            <a:br/>
            <a:br/>
            <a:r>
              <a:t>项目参考：github.com/moongou/RoundTable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