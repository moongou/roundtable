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 type="screen16x9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Relationship Id="rId26" Type="http://schemas.openxmlformats.org/officeDocument/2006/relationships/slide" Target="slides/slide26.xml"/>
<Relationship Id="rId27" Type="http://schemas.openxmlformats.org/officeDocument/2006/relationships/slide" Target="slides/slide27.xml"/>
<Relationship Id="rId28" Type="http://schemas.openxmlformats.org/officeDocument/2006/relationships/slide" Target="slides/slide28.xml"/>
<Relationship Id="rId29" Type="http://schemas.openxmlformats.org/officeDocument/2006/relationships/slide" Target="slides/slide29.xml"/>
<Relationship Id="rId30" Type="http://schemas.openxmlformats.org/officeDocument/2006/relationships/slide" Target="slides/slide3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人工智能：给机器装上一颗“会学习的大脑”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小学四年级 AI 启蒙课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今天我们不用背难词，而是用比喻认识 AI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例子：用 RoundTable 看 AI 怎样当“圆桌同学”和“李老师”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比喻：把 AI 想成一位很会观察、很会练习的“小帮手”。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今天要带走的 5 个问题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是什么？它和普通程序有什么不同？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由哪些部分组成？每部分像什么？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能在生活中做什么？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产业现在有哪些角色？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我们怎样安全、聪明地使用 AI？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比喻：像参观一座“AI 游乐园”：先拿地图，再看每个游乐设施。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先从一个小魔术开始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手机能听懂语音输入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相册能找出“猫”和“生日蛋糕”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翻译软件能把中文变成英文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聊天机器人能回答问题、写故事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比喻：看起来像魔法，其实更像“勤奋练习后的本领”。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不是魔法，是“学习出来的本领”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普通程序：人把每一步规则写清楚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AI：人给很多例子，让机器自己总结规律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会犯错，因为它不是全知全能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比喻：普通程序像菜谱：先放盐再炒菜；AI 像学做菜的人：看很多师傅做，慢慢学会。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的一句话定义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人工智能就是：让机器表现出一些像人一样的能力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例如：看、听、说、写、判断、推荐、创作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它不等于真人的大脑，也不等于真正有感情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比喻：AI 像“工具箱里的智能工具”，能帮忙，但工具箱不是一个真正的人。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的三件宝：数据、算法、算力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数据：AI 吃进去的“练习题”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算法：AI 解题的方法和规则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算力：让 AI 快速练习的“运动场和发动机”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比喻：学骑车要有练习路面、平衡方法和力气；AI 学习也需要数据、算法和算力。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数据：AI 的“图书馆”和“练习本”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文字、图片、声音、视频都可以成为数据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数据越干净、越合适，AI 越容易学好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错误数据会让 AI 学偏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比喻：如果练习本答案错很多，学生再努力也可能学错。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算法：AI 的“思考路线图”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算法告诉机器怎样从数据里找规律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不同任务用不同算法：识图、听音、推荐、生成文本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好算法能更快、更稳地解决问题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比喻：算法像迷宫地图：不是替你走路，而是告诉你怎么更可能找到出口。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模型：训练后的“经验小脑袋”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模型是 AI 练习之后留下的本领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训练：反复做题、改错、积累经验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使用：遇到新问题时，根据经验给答案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比喻：像一位做过很多数学题的同学，看到新题会想：“这题有点像以前那类题。”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训练与推理：上学和考试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训练：AI 看大量例子，调整自己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推理：AI 面对新输入，快速给出结果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训练很费力，推理通常更快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比喻：训练像平时上课刷题；推理像考试时把学过的方法用出来。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机器学习：让机器从例子中学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不是把所有答案都提前写好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而是让机器找“输入”和“答案”之间的关系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常见任务：分类、预测、推荐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比喻：给孩子看许多苹果和香蕉，他慢慢知道圆圆红红可能是苹果。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深度学习：很多层的“观察眼镜”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深度学习是机器学习的一种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它用很多层来一步步发现特征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特别擅长图像、声音、语言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比喻：第一层看颜色，第二层看形状，第三层看组合，最后认出“这是一只猫”。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生成式 AI：会“创作草稿”的伙伴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可以生成文字、图片、音乐、代码、视频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它根据学到的规律组合新内容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生成内容要检查，不能直接全信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比喻：像一个会拼乐高的助手：能拼出新城堡，但你要检查稳不稳、像不像。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大语言模型：读过很多书的“接话高手”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大语言模型擅长理解和生成文字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它预测下一句可能怎么说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能聊天、总结、翻译、写提纲、改文章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比喻：像玩“接龙”：根据前面的词，猜下一个最合适的词。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多模态 AI：不只会读字，还会看图听声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文字 + 图片 + 声音 + 视频可以一起理解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例如：看图讲故事、听语音回答、识别物体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未来的 AI 会更像综合型助手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比喻：像一个小侦探：眼睛看、耳朵听、笔记本记录，再合起来判断。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智能体 Agent：会分步骤办事的小队长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能理解目标，拆成步骤，调用工具，检查结果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例如：查资料、列计划、写草稿、再修改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需要人类设目标和监督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比喻：普通聊天像问答；Agent 像班长：知道目标后安排步骤、找工具、交作业。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系统像一座“智能厨房”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输入：食材进来，比如问题、图片、声音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处理：厨师按照经验加工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输出：端出答案、图片、声音或动作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反馈：尝一尝，再改进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比喻：数据是食材，模型是厨师，算力是炉火，结果是端上桌的菜。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用 RoundTable 看 AI 怎样一起工作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RoundTable 是面向中文儿童讨论场景的 AI 圆桌思辨平台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有“李老师”主持、多名 AI 同学、思想家角色和真人学生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支持语音、字幕、金句、历史回放和会后点评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比喻：像一张圆桌：每个 AI 角色是一把椅子，老师负责点名和维持秩序。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RoundTable 里的 AI 角色分工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主持老师：开场、点名、总结、照顾秩序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虚拟学生：从不同角度发言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思想家角色：提供更深的观点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语音模块：把说话和文字互相转换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比喻：像一台小剧场：导演、演员、字幕员、录音师一起配合。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在学习中的应用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讲解难题：把复杂知识变成小台阶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个性练习：根据错题推荐练习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写作陪练：帮你列提纲、提问题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语言学习：陪你练口语和翻译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比喻：AI 像一位耐心的助教，但真正动脑和成长的是你。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在生活中的应用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导航规划路线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相册分类照片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短视频和购物推荐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智能音箱回答问题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垃圾分类、家电控制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比喻：AI 像城市里的隐形小管家，藏在很多按钮和屏幕后面。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在社会中的应用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医疗：辅助看片、提醒风险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交通：红绿灯优化、自动驾驶辅助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农业：识别病虫害、节水灌溉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环保：监测森林火情和污染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科学：帮助发现新材料、新药物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比喻：AI 像很多行业的“放大镜”和“望远镜”：看得更细，也看得更远。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现在的 AI 业态：一条大河的上下游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上游：芯片、服务器、数据中心，提供算力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中游：大模型公司、开源模型、云平台，提供能力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下游：教育、办公、医疗、游戏、机器人等应用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旁边还有安全、法律、评测、数据服务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比喻：像做一条面包生产线：有人种麦子，有人磨面，有人烤面包，有人开面包店。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AI 很厉害，但也会“摔跤”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会编错答案：一本正经地说错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会带偏见：从不公平数据里学到不公平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会泄露隐私：不该输入身份证、密码等信息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会被滥用：假图片、假声音、作弊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比喻：AI 像一支很快的铅笔：能写好作文，也可能写错字，更不能拿来乱画别人作业。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和 AI 相处的安全口诀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不输入隐私：姓名、地址、电话、密码要保护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不直接照抄：AI 答案要改、要想、要查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不伤害别人：不用 AI 编谣言、做假图、嘲笑同学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不放弃思考：最后负责的人是自己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比喻：AI 像一辆快车：系好安全带、看清方向盘，才能到达好地方。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好问题比好答案更重要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问清楚：我想解决什么？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给背景：我是四年级学生，请用例子解释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让 AI 分步骤：先讲概念，再举例，再出练习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要求检查：请指出可能错误和需要核实的地方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比喻：问 AI 像给导航输入目的地：地址越清楚，路线越好。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小朋友可以这样练习 AI 素养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做“真假侦探”：核对 AI 答案来源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做“小老师”：让 AI 出题，再自己讲给同学听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做“创意导演”：让 AI 帮你头脑风暴，不让它替你全部完成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做“安全守门员”：发现不合适内容要停下并告诉大人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比喻：AI 素养像游泳：不是只看别人游，而是学会正确姿势和安全规则。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未来会怎样？人和 AI 组队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会更会看、听、说、动手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机器人可能进入更多家庭、学校、医院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每个人都可能拥有学习助手和创作助手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人类的想象力、判断力、责任心会更重要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比喻：未来不是“机器替代所有人”，更像“人穿上更强的工具盔甲”。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课堂小结：AI 是什么？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是让机器表现出智能能力的技术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核心三件宝：数据、算法、算力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模型通过训练获得本领，通过推理回答问题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AI 能帮学习、生活和社会，但需要安全使用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比喻：记住一句话：AI 是会学习的工具，不是会负责的人。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9050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381000"/>
            <a:ext cx="112776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300" dirty="0" b="1">
                <a:solidFill>
                  <a:srgbClr val="0F172A"/>
                </a:solidFill>
                <a:latin typeface="Microsoft YaHei"/>
                <a:ea typeface="Microsoft YaHei"/>
              </a:rPr>
              <a:t>结束互动：给未来的 AI 写一张愿望卡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600200"/>
            <a:ext cx="108204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我希望 AI 帮我……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我不希望 AI ……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如果我是 AI 设计师，我会让它更……</a:t>
            </a:r>
          </a:p>
          <a:p>
            <a:r>
              <a:rPr lang="zh-CN" sz="2300" dirty="0">
                <a:solidFill>
                  <a:srgbClr val="1F2937"/>
                </a:solidFill>
                <a:latin typeface="Microsoft YaHei"/>
                <a:ea typeface="Microsoft YaHei"/>
              </a:rPr>
              <a:t>• 请把你的愿望变成一句清楚的问题</a:t>
            </a:r>
          </a:p>
        </p:txBody>
      </p:sp>
      <p:sp>
        <p:nvSpPr>
          <p:cNvPr id="5" name="analogy box"/>
          <p:cNvSpPr/>
          <p:nvPr/>
        </p:nvSpPr>
        <p:spPr>
          <a:xfrm>
            <a:off x="685800" y="5273040"/>
            <a:ext cx="108204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analogy"/>
          <p:cNvSpPr txBox="1"/>
          <p:nvPr/>
        </p:nvSpPr>
        <p:spPr>
          <a:xfrm>
            <a:off x="822960" y="5364480"/>
            <a:ext cx="1054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050" dirty="0" b="1">
                <a:solidFill>
                  <a:srgbClr val="0F172A"/>
                </a:solidFill>
                <a:latin typeface="Microsoft YaHei"/>
                <a:ea typeface="Microsoft YaHei"/>
              </a:rPr>
              <a:t>比喻：每个好问题，都是通往未来的一粒小种子。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0058400" y="6400800"/>
            <a:ext cx="16002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30/30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Generated OOXML</Application>
  <PresentationFormat>宽屏</PresentationFormat>
  <Slides>30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小学四年级人工智能启蒙课</dc:title>
  <dc:creator>GitHub Copilot</dc:creator>
  <cp:lastModifiedBy>GitHub Copilot</cp:lastModifiedBy>
  <dcterms:created xsi:type="dcterms:W3CDTF">2026-05-23T02:25:05Z</dcterms:created>
  <dcterms:modified xsi:type="dcterms:W3CDTF">2026-05-23T02:25:05Z</dcterms:modified>
</cp:coreProperties>
</file>